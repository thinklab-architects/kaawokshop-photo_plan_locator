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全程約 90 分鐘：操作說明 50 分鐘，最後實作練習 40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強調「不上傳」是這個工具的前提，也是最後備份紀律的由來。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請學員先確認自己的清單是空的，等一下會從「＋ 新增紀錄」開始。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這頁是新功能，舊版簡報沒有。實作練習就是做這個功能。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三題都是刻意挑的：改動小、結果馬上看得到、而且不會碰到排版演算法（layout.js / arrange.js 一改就要重跑整輪版面驗證）。
第 1 題最推薦當開場 —— 「陣列 → 產生按鈕 → 綁事件 → 寫回 state」是這份程式碼從頭到尾的核心模式。
第 3 題最安全，純讀取，不會弄壞任何現有資料，適合最沒把握的人。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1704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 作 教 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62763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圖說紀錄產生器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66928" y="27614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 × 平面圖 × 引線 —— 一鍵產出查驗圖面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928" y="321868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純網頁工具 · 資料只存在自己的電腦 · 不需安裝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4041648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0416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○○建築師事務所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95728" y="4041648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7168" y="408736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專案名稱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487168" y="42245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和平東路新建工程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4041648"/>
            <a:ext cx="1737360" cy="566928"/>
          </a:xfrm>
          <a:prstGeom prst="roundRect">
            <a:avLst>
              <a:gd name="adj" fmla="val 806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40873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紀錄項目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73168" y="4224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3F 泥作查驗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19088" y="4041648"/>
            <a:ext cx="1325880" cy="566928"/>
          </a:xfrm>
          <a:prstGeom prst="roundRect">
            <a:avLst>
              <a:gd name="adj" fmla="val 806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408736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510528" y="42245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2026-08-05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44968" y="4041648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36408" y="40873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紀錄者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836408" y="42245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王大明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42248" y="4041648"/>
            <a:ext cx="868680" cy="566928"/>
          </a:xfrm>
          <a:prstGeom prst="roundRect">
            <a:avLst>
              <a:gd name="adj" fmla="val 806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33688" y="408736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圖號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933688" y="42245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報告標題欄：事務所圖框可自訂名稱、Logo 與額外欄位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v2026.08 · 內部教育訓練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 體 流 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這個工具只做一件事：三步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310128" cy="2651760"/>
          </a:xfrm>
          <a:prstGeom prst="roundRect">
            <a:avLst>
              <a:gd name="adj" fmla="val 2759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29384"/>
            <a:ext cx="420624" cy="42062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53312" y="196596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41248" y="2606040"/>
            <a:ext cx="27614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平面圖（各樓層都可以）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現場照片一批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支援影像與 PDF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77056" y="2788920"/>
            <a:ext cx="563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40784" y="1691640"/>
            <a:ext cx="3310128" cy="2651760"/>
          </a:xfrm>
          <a:prstGeom prst="roundRect">
            <a:avLst>
              <a:gd name="adj" fmla="val 2759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8528" y="1929384"/>
            <a:ext cx="420624" cy="42062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8528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27168" y="196596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定位＋說明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15104" y="2606040"/>
            <a:ext cx="27614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點平面圖標出拍攝位置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寫說明、畫標記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需要時裁切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50912" y="2788920"/>
            <a:ext cx="563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314639" y="1691640"/>
            <a:ext cx="3310128" cy="2651760"/>
          </a:xfrm>
          <a:prstGeom prst="roundRect">
            <a:avLst>
              <a:gd name="adj" fmla="val 2759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52383" y="1929384"/>
            <a:ext cx="420624" cy="42062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52383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01023" y="196596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產生報告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588959" y="2606040"/>
            <a:ext cx="27614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自動排版＋引線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可用 1:100 真實比例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列印成 PDF（A0–A3）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70916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4800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資料放哪裡？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23744" y="4791456"/>
            <a:ext cx="886327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全部存在你自己電腦的瀏覽器裡 —— 照片不上傳、不需帳號、關掉分頁不會消失。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要換電腦或備份時，用「匯出紀錄檔」存成 .sitelog 檔（最後一節會講）。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一 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主介面：專案與紀錄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029200" cy="3611880"/>
          </a:xfrm>
          <a:prstGeom prst="roundRect">
            <a:avLst>
              <a:gd name="adj" fmla="val 2025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圖說紀錄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58568" y="1719072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7190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搜尋專案、項目、紀錄者…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68496" y="171907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68496" y="171907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使用說明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36592" y="1719072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7190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新增紀錄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86384" y="21945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和平東路新建工程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52928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份紀錄　·　重新命名　·　＋ 新增紀錄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86384" y="2505456"/>
            <a:ext cx="1417320" cy="1170432"/>
          </a:xfrm>
          <a:prstGeom prst="roundRect">
            <a:avLst>
              <a:gd name="adj" fmla="val 6250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2596896"/>
            <a:ext cx="1234440" cy="457200"/>
          </a:xfrm>
          <a:prstGeom prst="rect">
            <a:avLst/>
          </a:prstGeom>
          <a:solidFill>
            <a:srgbClr val="31363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0906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3F 泥作查驗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7824" y="32735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08-05 · 12 張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77824" y="34472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D0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已完成定位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340864" y="2505456"/>
            <a:ext cx="1417320" cy="1170432"/>
          </a:xfrm>
          <a:prstGeom prst="roundRect">
            <a:avLst>
              <a:gd name="adj" fmla="val 6250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32304" y="2596896"/>
            <a:ext cx="1234440" cy="457200"/>
          </a:xfrm>
          <a:prstGeom prst="rect">
            <a:avLst/>
          </a:prstGeom>
          <a:solidFill>
            <a:srgbClr val="31363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32304" y="30906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2F 水電放樣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32304" y="32735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07-28 · 8 張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432304" y="34472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張未定位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895344" y="2505456"/>
            <a:ext cx="1417320" cy="1170432"/>
          </a:xfrm>
          <a:prstGeom prst="roundRect">
            <a:avLst>
              <a:gd name="adj" fmla="val 6250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86784" y="2596896"/>
            <a:ext cx="1234440" cy="457200"/>
          </a:xfrm>
          <a:prstGeom prst="rect">
            <a:avLst/>
          </a:prstGeom>
          <a:solidFill>
            <a:srgbClr val="31363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86784" y="30906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 開挖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86784" y="32735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07-14 · 6 張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986784" y="34472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缺平面圖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86384" y="38587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信義路大樓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852928" y="38770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份紀錄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86384" y="4169664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4261104"/>
            <a:ext cx="1234440" cy="384048"/>
          </a:xfrm>
          <a:prstGeom prst="rect">
            <a:avLst/>
          </a:prstGeom>
          <a:solidFill>
            <a:srgbClr val="31363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46817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 機電查驗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77824" y="48646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D0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已完成定位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66928" y="52578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依「專案名稱」分組 —— 同一案場的歷次紀錄收成一本專案日誌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80176" y="1682496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0176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55664" y="1636776"/>
            <a:ext cx="5169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分組＝專案名稱欄位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55664" y="1911096"/>
            <a:ext cx="51691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改欄位就換組；組標題列可「＋ 新增紀錄」直接歸入，或「重新命名」整組一起改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80176" y="2450592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0176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55664" y="2404872"/>
            <a:ext cx="5169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一張卡＝一份查驗紀錄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455664" y="2679192"/>
            <a:ext cx="51691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封面、紀錄項目、日期、照片數，加狀態標籤（缺平面圖／未定位／已完成）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80176" y="3218688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80176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55664" y="3172968"/>
            <a:ext cx="5169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卡片右上：複製 · 匯出 · 刪除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455664" y="3447288"/>
            <a:ext cx="51691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整份複製（照片一起），拿舊紀錄當範本最快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980176" y="3986784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0176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55664" y="3941064"/>
            <a:ext cx="5169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搜尋與排序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6455664" y="4215384"/>
            <a:ext cx="51691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專案名稱、紀錄項目、紀錄者都能搜；四種排序方式可切換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980176" y="4754880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0176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55664" y="4709160"/>
            <a:ext cx="5169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開啟紀錄檔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6455664" y="4983480"/>
            <a:ext cx="51691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讀入 .sitelog 備份，一律新增一份，不會蓋掉現有資料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66928" y="5596128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6384" y="5678424"/>
            <a:ext cx="106189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主介面直接把照片拖進視窗會自動開一份新紀錄；拖 .sitelog 進來則是讀入備份。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 輯 畫 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三欄：清單 → 平面圖 → 標註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57839" cy="3017520"/>
          </a:xfrm>
          <a:prstGeom prst="roundRect">
            <a:avLst>
              <a:gd name="adj" fmla="val 2424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‹ 全部紀錄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92808" y="1682496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84248" y="172821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專案名稱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984248" y="186537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和平東路新建工程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86200" y="1682496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72821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紀錄項目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977640" y="18653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3F 泥作查驗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13832" y="1682496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05272" y="17282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05272" y="186537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2026-08-05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21424" y="1682496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12864" y="172821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紀錄者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912864" y="18653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王大明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37599" y="17190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D0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已儲存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869119" y="1700784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69119" y="17007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匯出紀錄檔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756087" y="1700784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56087" y="170078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產生報告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8096" y="219456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2286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 12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93976" y="2267712"/>
            <a:ext cx="685800" cy="256032"/>
          </a:xfrm>
          <a:prstGeom prst="roundRect">
            <a:avLst>
              <a:gd name="adj" fmla="val 21429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22677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匯入照片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77824" y="2615184"/>
            <a:ext cx="658368" cy="457200"/>
          </a:xfrm>
          <a:prstGeom prst="rect">
            <a:avLst/>
          </a:prstGeom>
          <a:solidFill>
            <a:srgbClr val="31363F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261518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09344" y="26700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斜向埋管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09344" y="28529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D0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已定位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77824" y="3182112"/>
            <a:ext cx="658368" cy="457200"/>
          </a:xfrm>
          <a:prstGeom prst="rect">
            <a:avLst/>
          </a:prstGeom>
          <a:solidFill>
            <a:srgbClr val="31363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318211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09344" y="32369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水槽排水偏位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609344" y="34198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未定位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77824" y="3749040"/>
            <a:ext cx="658368" cy="457200"/>
          </a:xfrm>
          <a:prstGeom prst="rect">
            <a:avLst/>
          </a:prstGeom>
          <a:solidFill>
            <a:srgbClr val="31363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" y="3749040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09344" y="38039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馬桶側距不足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609344" y="398678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D0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已定位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008376" y="2194560"/>
            <a:ext cx="5077663" cy="2194560"/>
          </a:xfrm>
          <a:prstGeom prst="roundRect">
            <a:avLst>
              <a:gd name="adj" fmla="val 333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18104" y="22860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平面圖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73191" y="226771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73191" y="22677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21831" y="226771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1831" y="22677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比例尺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970471" y="226771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70471" y="22677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裁切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519111" y="226771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19111" y="22677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匯入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118104" y="2578608"/>
            <a:ext cx="512064" cy="237744"/>
          </a:xfrm>
          <a:prstGeom prst="roundRect">
            <a:avLst>
              <a:gd name="adj" fmla="val 19231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18104" y="25786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1F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85032" y="2578608"/>
            <a:ext cx="512064" cy="237744"/>
          </a:xfrm>
          <a:prstGeom prst="roundRect">
            <a:avLst>
              <a:gd name="adj" fmla="val 19231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85032" y="25786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2F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251960" y="2578608"/>
            <a:ext cx="512064" cy="237744"/>
          </a:xfrm>
          <a:prstGeom prst="roundRect">
            <a:avLst>
              <a:gd name="adj" fmla="val 19231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51960" y="25786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3F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118104" y="2889504"/>
            <a:ext cx="4858207" cy="1371600"/>
          </a:xfrm>
          <a:prstGeom prst="rect">
            <a:avLst/>
          </a:prstGeom>
          <a:solidFill>
            <a:srgbClr val="31363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99605" y="3319272"/>
            <a:ext cx="237744" cy="23774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99605" y="3319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011320" y="3621024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11320" y="36210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185425" y="384048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85425" y="3840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223199" y="219456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32927" y="22860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照片標註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280599" y="2267712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80599" y="22677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裁切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0783519" y="22677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‹　›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332927" y="2578608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✥  ✎  ╱  ➚  ▭  ◯  字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332927" y="2889504"/>
            <a:ext cx="2980944" cy="969264"/>
          </a:xfrm>
          <a:prstGeom prst="rect">
            <a:avLst/>
          </a:prstGeom>
          <a:solidFill>
            <a:srgbClr val="31363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29039" y="3154680"/>
            <a:ext cx="822960" cy="502920"/>
          </a:xfrm>
          <a:prstGeom prst="ellipse">
            <a:avLst/>
          </a:prstGeom>
          <a:ln w="19050">
            <a:solidFill>
              <a:srgbClr val="E5393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32927" y="393192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說明文字：3F 東側外牆磁磚空鼓約 0.6 m²…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68096" y="48006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照片清單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768096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匯入、選取、拖曳排序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008376" y="4800600"/>
            <a:ext cx="52148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平面圖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3008376" y="5074920"/>
            <a:ext cx="52148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樓層分頁、點位置、拖方向、比例尺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223199" y="4800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標註與說明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8223199" y="5074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畫標記、寫說明、裁切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66928" y="5669280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6384" y="5751576"/>
            <a:ext cx="106189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兩側欄寬可拖分隔線調整，雙擊還原（寬度會記住）　·　照片或 .sitelog 檔可以直接拖進視窗匯入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 驟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匯入照片與平面圖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5346040" cy="2286000"/>
          </a:xfrm>
          <a:prstGeom prst="roundRect">
            <a:avLst>
              <a:gd name="adj" fmla="val 3200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10512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194560"/>
            <a:ext cx="48705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左欄「＋ 匯入照片」，或直接把檔案拖進視窗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一次可選整批；支援影像與 PDF（多頁 PDF 每頁自動變一張照片，上限 30 頁）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依檔名自然排序：IMG_2 會排在 IMG_10 前面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存放時自動縮到長邊 2000px（A1 上約 390 dpi），不必先自己縮圖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8728" y="1627632"/>
            <a:ext cx="5346040" cy="2286000"/>
          </a:xfrm>
          <a:prstGeom prst="roundRect">
            <a:avLst>
              <a:gd name="adj" fmla="val 3200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6472" y="1810512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平面圖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16472" y="2194560"/>
            <a:ext cx="48705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中欄「＋ 匯入平面圖」，或把圖檔拖到平面圖區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支援影像與 PDF，而且可以匯入很多張（各樓層一張）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多頁會問要哪幾頁（例：1,3-5 或 all），每頁各成一張平面圖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CAD 圖先在 AutoCAD 裡輸出成 PDF 再匯入（DWG／DXF 不能直接丟進來）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4224528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4315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樓層分頁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23744" y="4306824"/>
            <a:ext cx="886327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匯入多張平面圖後，中欄上方會出現分頁籤，點籤切換樓層 —— 籤上的數字就是釘在那一層的照片數。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報告會每層各出一段圖面並印上圖名；照片釘在哪一張圖上，就屬於哪一層。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5193792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5285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照片順序＝報告編號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23744" y="5276088"/>
            <a:ext cx="886327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左欄拖曳照片可以改順序，編號會同步到平面圖上的位置點和報告上的照片編號。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 用 功 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比例尺：固定比例出圖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4114800" cy="2240280"/>
          </a:xfrm>
          <a:prstGeom prst="roundRect">
            <a:avLst>
              <a:gd name="adj" fmla="val 3265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比例尺設定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10312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告訴系統原圖的比例與紙張，報告就能以真實比例放置平面圖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04672" y="2560320"/>
            <a:ext cx="1783080" cy="457200"/>
          </a:xfrm>
          <a:prstGeom prst="roundRect">
            <a:avLst>
              <a:gd name="adj" fmla="val 10000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60604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原圖比例　1 :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96112" y="274320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560320"/>
            <a:ext cx="1728216" cy="457200"/>
          </a:xfrm>
          <a:prstGeom prst="roundRect">
            <a:avLst>
              <a:gd name="adj" fmla="val 10000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07208" y="260604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原圖紙張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807208" y="274320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A1（841 × 594）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" y="3182112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1821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改用兩點量測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24912" y="3182112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4912" y="31821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73552" y="3182112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31821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22192" y="3182112"/>
            <a:ext cx="621792" cy="310896"/>
          </a:xfrm>
          <a:prstGeom prst="roundRect">
            <a:avLst>
              <a:gd name="adj" fmla="val 17647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22192" y="318211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39776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中欄工具列的「比例尺」按鈕開啟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93208" y="1645920"/>
            <a:ext cx="6531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三種來源，三種設法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08" y="2029968"/>
          <a:ext cx="6531559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83991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6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平面圖來源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6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怎麼設比例尺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影像（PNG / JPG）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直接輸入原圖比例（1:100）與原圖紙張（A0–A4 或自訂寬度）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PDF 匯入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已知原始頁面尺寸 —— 紙張選單第一項是「自動」，選它就好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不確定紙張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按「改用兩點量測」，在圖上點一段已知距離、輸入實際 mm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66928" y="452628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6384" y="46177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設了才有用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523744" y="4608576"/>
            <a:ext cx="886327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設定比例尺之後，報告設定列的「比例」才能從「自動大小」改選 1:50–1:500，平面圖會以真實比例放置並印出「SCALE 1:N」標示。多張平面圖時各層各自判斷，沒設的那層維持自動大小。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 驟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標位置與拍攝方向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4846320" cy="3246120"/>
          </a:xfrm>
          <a:prstGeom prst="roundRect">
            <a:avLst>
              <a:gd name="adj" fmla="val 2254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10512"/>
            <a:ext cx="4480560" cy="2880360"/>
          </a:xfrm>
          <a:prstGeom prst="rect">
            <a:avLst/>
          </a:prstGeom>
          <a:solidFill>
            <a:srgbClr val="31363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2157984"/>
            <a:ext cx="768096" cy="731520"/>
          </a:xfrm>
          <a:prstGeom prst="triangle">
            <a:avLst/>
          </a:prstGeom>
          <a:solidFill>
            <a:srgbClr val="FFB300">
              <a:alpha val="28000"/>
            </a:srgbClr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843784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04288" y="2176272"/>
            <a:ext cx="0" cy="822960"/>
          </a:xfrm>
          <a:prstGeom prst="line">
            <a:avLst/>
          </a:prstGeom>
          <a:noFill/>
          <a:ln w="12700">
            <a:solidFill>
              <a:srgbClr val="FFB30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221992" y="2093976"/>
            <a:ext cx="164592" cy="164592"/>
          </a:xfrm>
          <a:prstGeom prst="ellipse">
            <a:avLst/>
          </a:prstGeom>
          <a:solidFill>
            <a:srgbClr val="16181C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975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方向把手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58768" y="377647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8768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49469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黃＝目前選取的照片　　白＝其他照片　　錐形＝相機面對的方向（會印在報告上）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24728" y="1719072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24728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0216" y="1673352"/>
            <a:ext cx="5324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先切到該樓層的分頁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00216" y="1947672"/>
            <a:ext cx="53245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有多張平面圖時；照片會釘在當時那張圖上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24728" y="2432304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4728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0216" y="2386584"/>
            <a:ext cx="5324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左欄選一張照片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00216" y="2660904"/>
            <a:ext cx="53245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要標哪張，先讓它變成選取中（黃框）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24728" y="3145536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24728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0216" y="3099816"/>
            <a:ext cx="5324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點平面圖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00216" y="3374136"/>
            <a:ext cx="53245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點一下拍攝的位置，帶編號的位置點就出現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24728" y="3858768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24728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0216" y="3813048"/>
            <a:ext cx="5324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拖圓點微調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00216" y="4087368"/>
            <a:ext cx="53245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位置不準，直接拖曳圓點本身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24728" y="4572000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24728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0216" y="4526280"/>
            <a:ext cx="5324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轉出拍攝方向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300216" y="4800600"/>
            <a:ext cx="53245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拖虛線末端的把手（吸附 5° 格點，Shift 自由角度）；也可在右欄輸入角度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5468112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" y="5550408"/>
            <a:ext cx="106189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平面圖操作：滾輪縮放　·　按住空白處拖曳平移　·　「符合」一鍵置中　·　選取的照片若已釘在別層，介面會提醒「點這裡會移過來」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 驟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在照片上畫標記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19376" y="1645920"/>
            <a:ext cx="969264" cy="896112"/>
          </a:xfrm>
          <a:prstGeom prst="roundRect">
            <a:avLst>
              <a:gd name="adj" fmla="val 816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19376" y="1755648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19376" y="215798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選取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6656" y="1645920"/>
            <a:ext cx="969264" cy="896112"/>
          </a:xfrm>
          <a:prstGeom prst="roundRect">
            <a:avLst>
              <a:gd name="adj" fmla="val 8163"/>
            </a:avLst>
          </a:prstGeom>
          <a:solidFill>
            <a:srgbClr val="272B33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6656" y="1755648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✎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16656" y="215798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13936" y="1645920"/>
            <a:ext cx="969264" cy="896112"/>
          </a:xfrm>
          <a:prstGeom prst="roundRect">
            <a:avLst>
              <a:gd name="adj" fmla="val 816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3936" y="1755648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13936" y="215798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直線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11216" y="1645920"/>
            <a:ext cx="969264" cy="896112"/>
          </a:xfrm>
          <a:prstGeom prst="roundRect">
            <a:avLst>
              <a:gd name="adj" fmla="val 816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11216" y="1755648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➚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11216" y="215798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08496" y="1645920"/>
            <a:ext cx="969264" cy="896112"/>
          </a:xfrm>
          <a:prstGeom prst="roundRect">
            <a:avLst>
              <a:gd name="adj" fmla="val 816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8496" y="1755648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▭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08496" y="215798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矩形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05776" y="1645920"/>
            <a:ext cx="969264" cy="896112"/>
          </a:xfrm>
          <a:prstGeom prst="roundRect">
            <a:avLst>
              <a:gd name="adj" fmla="val 816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05776" y="1755648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◯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05776" y="215798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橢圓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03056" y="1645920"/>
            <a:ext cx="969264" cy="896112"/>
          </a:xfrm>
          <a:prstGeom prst="roundRect">
            <a:avLst>
              <a:gd name="adj" fmla="val 816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03056" y="1755648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903056" y="215798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19376" y="2761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13736" y="2779776"/>
            <a:ext cx="237744" cy="23774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2920" y="2779776"/>
            <a:ext cx="237744" cy="237744"/>
          </a:xfrm>
          <a:prstGeom prst="ellipse">
            <a:avLst/>
          </a:prstGeom>
          <a:solidFill>
            <a:srgbClr val="FFD40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72104" y="2779776"/>
            <a:ext cx="237744" cy="23774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01288" y="2779776"/>
            <a:ext cx="237744" cy="23774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30472" y="2779776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59656" y="277977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62576" y="2761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三種粗細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31256" y="2898648"/>
            <a:ext cx="347472" cy="0"/>
          </a:xfrm>
          <a:prstGeom prst="line">
            <a:avLst/>
          </a:prstGeom>
          <a:noFill/>
          <a:ln w="12700">
            <a:solidFill>
              <a:srgbClr val="9AA0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6744" y="2898648"/>
            <a:ext cx="347472" cy="0"/>
          </a:xfrm>
          <a:prstGeom prst="line">
            <a:avLst/>
          </a:prstGeom>
          <a:noFill/>
          <a:ln w="31750">
            <a:solidFill>
              <a:srgbClr val="9AA0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82232" y="2898648"/>
            <a:ext cx="347472" cy="0"/>
          </a:xfrm>
          <a:prstGeom prst="line">
            <a:avLst/>
          </a:prstGeom>
          <a:noFill/>
          <a:ln w="57150">
            <a:solidFill>
              <a:srgbClr val="9AA0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31456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復原 Ctrl+Z　·　「清除」一鍵清掉這張的全部標註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310128"/>
          <a:ext cx="11057839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248760"/>
                <a:gridCol w="1097280"/>
                <a:gridCol w="4248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6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鍵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6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6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鍵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6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選取／移動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矩形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畫筆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橢圓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直線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箭頭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Del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刪除選取的標記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Ctrl + Z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復原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↑ 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切換照片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566928" y="5623560"/>
            <a:ext cx="11057839" cy="621792"/>
          </a:xfrm>
          <a:prstGeom prst="roundRect">
            <a:avLst>
              <a:gd name="adj" fmla="val 1176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705856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標記存成向量：報告上放大不糊、隨時可以再選取、移動、刪除。照片下方的「說明文字」欄＝報告上印在照片底下的那行字。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 要 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裁切：照片與平面圖都可以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709928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2416" y="1664208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進入裁切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42416" y="1938528"/>
            <a:ext cx="4645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照片：右欄上方「裁切」（要先選中一張照片，沒選時是灰的）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平面圖：中欄上方「裁切」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734056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42416" y="2688336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框選範圍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42416" y="2962656"/>
            <a:ext cx="4645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拖出要保留的範圍，八個把手可再調整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758184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712464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42416" y="3986784"/>
            <a:ext cx="4645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按「套用裁切」完成；按「全圖」隨時整張還原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99048" y="1691640"/>
            <a:ext cx="5525719" cy="2788920"/>
          </a:xfrm>
          <a:prstGeom prst="roundRect">
            <a:avLst>
              <a:gd name="adj" fmla="val 262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1920240"/>
            <a:ext cx="5068519" cy="2331720"/>
          </a:xfrm>
          <a:prstGeom prst="rect">
            <a:avLst/>
          </a:prstGeom>
          <a:solidFill>
            <a:srgbClr val="31363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67728" y="2350008"/>
            <a:ext cx="3788359" cy="1417320"/>
          </a:xfrm>
          <a:prstGeom prst="rect">
            <a:avLst/>
          </a:prstGeom>
          <a:solidFill>
            <a:srgbClr val="16181C">
              <a:alpha val="60000"/>
            </a:srgbClr>
          </a:solidFill>
          <a:ln w="19050">
            <a:solidFill>
              <a:srgbClr val="FFB30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922008" y="2304288"/>
            <a:ext cx="91440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16188" y="2304288"/>
            <a:ext cx="91440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10367" y="2304288"/>
            <a:ext cx="91440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22008" y="3012948"/>
            <a:ext cx="91440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10367" y="3012948"/>
            <a:ext cx="91440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22008" y="3721608"/>
            <a:ext cx="91440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16188" y="3721608"/>
            <a:ext cx="91440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10367" y="3721608"/>
            <a:ext cx="91440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9048" y="4553712"/>
            <a:ext cx="5525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拖出要保留的範圍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89204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4983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裁切不會破壞原圖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23744" y="4974336"/>
            <a:ext cx="886327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它只是記住一個範圍 —— 按「全圖」隨時整張還原，已畫的標註和位置點座標都不會跑掉。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平面圖裁切後，落在範圍外的位置點不會出現在報告上，介面會提醒你有幾個。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 鍵 產 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產生報告：設定與版面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09344"/>
            <a:ext cx="11057839" cy="896112"/>
          </a:xfrm>
          <a:prstGeom prst="roundRect">
            <a:avLst>
              <a:gd name="adj" fmla="val 816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755648"/>
            <a:ext cx="1417320" cy="566928"/>
          </a:xfrm>
          <a:prstGeom prst="roundRect">
            <a:avLst>
              <a:gd name="adj" fmla="val 806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8013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紙張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9536" y="19385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A3（420×297） 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76856" y="1755648"/>
            <a:ext cx="868680" cy="566928"/>
          </a:xfrm>
          <a:prstGeom prst="roundRect">
            <a:avLst>
              <a:gd name="adj" fmla="val 806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8296" y="180136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368296" y="19385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橫式 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36976" y="1755648"/>
            <a:ext cx="868680" cy="566928"/>
          </a:xfrm>
          <a:prstGeom prst="roundRect">
            <a:avLst>
              <a:gd name="adj" fmla="val 806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80136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每張圖面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28416" y="19385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張 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97096" y="1755648"/>
            <a:ext cx="1463040" cy="566928"/>
          </a:xfrm>
          <a:prstGeom prst="roundRect">
            <a:avLst>
              <a:gd name="adj" fmla="val 806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180136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版面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288536" y="19385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自動（填滿版面） 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51576" y="1755648"/>
            <a:ext cx="1051560" cy="566928"/>
          </a:xfrm>
          <a:prstGeom prst="roundRect">
            <a:avLst>
              <a:gd name="adj" fmla="val 806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3016" y="1801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比例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843016" y="19385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自動大小 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94576" y="1755648"/>
            <a:ext cx="822960" cy="566928"/>
          </a:xfrm>
          <a:prstGeom prst="roundRect">
            <a:avLst>
              <a:gd name="adj" fmla="val 806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18013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86016" y="19385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 ▾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54696" y="17556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☑ 引線　☑ 顯示其他頁位置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658807" y="1865376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8807" y="18653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圖框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253167" y="1865376"/>
            <a:ext cx="1261872" cy="365760"/>
          </a:xfrm>
          <a:prstGeom prst="roundRect">
            <a:avLst>
              <a:gd name="adj" fmla="val 15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53167" y="186537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列印 / 存成 PDF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" y="257860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編輯畫面右上「產生報告」→ 這條設定列 → 下方即時預覽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99232"/>
          <a:ext cx="11057839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6035040"/>
                <a:gridCol w="323971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6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版面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6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誰決定位置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6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什麼時候用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自動（填滿版面）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程式。試算「每欄幾張、上下放不放、欄寬多寬」的各種組合，挑留白最少的；平面圖寬扁時照片會自動排到上下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預設 —— 通常直接可用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只放兩側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程式，但照片只放左右兩欄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偏好傳統對稱版面時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自由排版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完全由你 —— 拖曳、縮放、互換（下兩頁）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自動排的不合意時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566928" y="5138928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6384" y="5230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分頁與字級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2523744" y="5221224"/>
            <a:ext cx="886327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照片超過「每張圖面」的張數就自動分頁，其他頁的位置點會以灰色虛線圓顯示在平面圖上當參考（可關）。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字級六段可調，說明文字與標題欄一起縮放；說明太長會自動縮小字級，真的放不下才截斷。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 圖 品 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真實比例出圖　與　自訂圖框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23180" cy="3246120"/>
          </a:xfrm>
          <a:prstGeom prst="roundRect">
            <a:avLst>
              <a:gd name="adj" fmla="val 2254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47088"/>
            <a:ext cx="4811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真實比例出圖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176272"/>
            <a:ext cx="48111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報告設定列的「比例」，設過比例尺後才可選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111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1:50 – 1:500 八段可選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平面圖以真實比例放置，圖上印出「SCALE 1:N」標示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放不下時會提示需要多大的紙，並誠實告知目前實際縮到約幾分之一 —— 絕不印出錯誤的比例標示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多張平面圖時各層各自判斷；還沒設比例尺的那層維持自動大小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自由排版下比例會鎖定尺寸（隱藏縮放把手）—— 比例是絕對的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1588" y="1645920"/>
            <a:ext cx="5323180" cy="3246120"/>
          </a:xfrm>
          <a:prstGeom prst="roundRect">
            <a:avLst>
              <a:gd name="adj" fmla="val 2254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7620" y="1847088"/>
            <a:ext cx="4811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自訂圖框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57620" y="2176272"/>
            <a:ext cx="48111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報告設定列的「圖框」按鈕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57620" y="2514600"/>
            <a:ext cx="48111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事務所名稱與 Logo —— 印在報告標題欄最左邊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最多 6 個額外標題欄位，印在日期前面（例：監造 王大明 建築師）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勾「設為新紀錄的預設圖框」，以後每份新紀錄自動套用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Logo 會跟著 .sitelog 一起匯出，換電腦不會掉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57620" y="3931920"/>
            <a:ext cx="1051560" cy="502920"/>
          </a:xfrm>
          <a:prstGeom prst="rect">
            <a:avLst/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7620" y="39319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○○事務所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609180" y="39319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00620" y="397764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專案名稱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700620" y="4114800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和平東路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60740" y="393192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2180" y="3977640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監造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752180" y="4114800"/>
            <a:ext cx="685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王大明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29420" y="393192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20860" y="397764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620860" y="4114800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08-05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52380" y="3931920"/>
            <a:ext cx="685800" cy="502920"/>
          </a:xfrm>
          <a:prstGeom prst="roundRect">
            <a:avLst>
              <a:gd name="adj" fmla="val 9091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43820" y="397764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圖號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443820" y="4114800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57620" y="4498848"/>
            <a:ext cx="4811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額外欄位「監造」印在日期前面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5138928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5221224"/>
            <a:ext cx="106189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比例尺是「這張平面圖」的屬性，圖框是「這份紀錄」的屬性 —— 兩者都會跟著 .sitelog 一起帶走。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 由 排 版 · 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拖曳、縮放、對齊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55064"/>
            <a:ext cx="106189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切到自由排版的瞬間＝目前自動排版的樣子，你是接手微調而不是從空白開始。排壞了按「全部重排」隨時回去。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304288"/>
            <a:ext cx="5346040" cy="1600200"/>
          </a:xfrm>
          <a:prstGeom prst="roundRect">
            <a:avLst>
              <a:gd name="adj" fmla="val 4571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487168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871216"/>
            <a:ext cx="4870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按住照片或平面圖直接拖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說明文字跟照片是一體的，會一起走；引線自動重連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2304288"/>
            <a:ext cx="5346040" cy="1600200"/>
          </a:xfrm>
          <a:prstGeom prst="roundRect">
            <a:avLst>
              <a:gd name="adj" fmla="val 4571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6472" y="2487168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縮放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6472" y="2871216"/>
            <a:ext cx="4870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滑鼠移上去，右下角出現橘色小方塊，拖它改大小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長寬比自動維持，不會變形；拉到跟別張一樣大時會吸附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224528"/>
            <a:ext cx="5346040" cy="1600200"/>
          </a:xfrm>
          <a:prstGeom prst="roundRect">
            <a:avLst>
              <a:gd name="adj" fmla="val 4571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407408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對齊吸附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4791456"/>
            <a:ext cx="4870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拖近其他照片、平面圖、圖框的邊與中線時自動吸上去，畫出洋紅虛線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按住 Alt 暫時關閉；操作列的勾選可整個關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8728" y="4224528"/>
            <a:ext cx="5346040" cy="1600200"/>
          </a:xfrm>
          <a:prstGeom prst="roundRect">
            <a:avLst>
              <a:gd name="adj" fmla="val 4571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6472" y="4407408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鍵盤微調與復原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6472" y="4791456"/>
            <a:ext cx="4870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點一下選取（外框變橘），方向鍵 1mm、Shift＋方向鍵 5mm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Ctrl+Z 復原、Ctrl+Y 重做；拖曳、縮放、互換、微調、全部重排各算一步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59436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↑ ← ↓ →　×1mm　（Shift 5mm）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 由 排 版 · 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互換、跨頁、換紙張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057400"/>
            <a:ext cx="1371600" cy="1051560"/>
          </a:xfrm>
          <a:prstGeom prst="rect">
            <a:avLst/>
          </a:prstGeom>
          <a:solidFill>
            <a:srgbClr val="31363F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5740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15768" y="2057400"/>
            <a:ext cx="1371600" cy="1051560"/>
          </a:xfrm>
          <a:prstGeom prst="rect">
            <a:avLst/>
          </a:prstGeom>
          <a:solidFill>
            <a:srgbClr val="31363F"/>
          </a:solidFill>
          <a:ln w="31750">
            <a:solidFill>
              <a:srgbClr val="E88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15768" y="205740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350008" y="2578608"/>
            <a:ext cx="365760" cy="0"/>
          </a:xfrm>
          <a:prstGeom prst="line">
            <a:avLst/>
          </a:prstGeom>
          <a:noFill/>
          <a:ln w="19050">
            <a:solidFill>
              <a:srgbClr val="E8833A"/>
            </a:solidFill>
            <a:prstDash val="dash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95528" y="32278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拖到另一張上放開 → 兩張互換（照片＋說明一起），其餘不動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10328" y="1719072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85816" y="1673352"/>
            <a:ext cx="62389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互換位置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85816" y="1947672"/>
            <a:ext cx="62389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拖到另一張照片上，目標亮粗橘框，放開即互換。按住 Alt 拖＝只移動不互換（也暫時關吸附）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10328" y="2560320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85816" y="2514600"/>
            <a:ext cx="62389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跨頁搬移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85816" y="2788920"/>
            <a:ext cx="62389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拖到預覽上下邊緣會自動捲動；拖進另一張圖面（整張亮橘框）就搬過去，空頁自動消失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10328" y="3401568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85816" y="3355848"/>
            <a:ext cx="62389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多樓層時限同層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385816" y="3630168"/>
            <a:ext cx="62389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有多張平面圖時照片只能在同一樓層的分頁之間搬 —— 照片跟著它釘的圖走；要換樓層請回編輯畫面重標位置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10328" y="4242816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85816" y="4197096"/>
            <a:ext cx="62389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換紙張自動等比縮放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385816" y="4471416"/>
            <a:ext cx="62389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A3 排好的版面切成 A1，整個版面等比放大，不必重排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166360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5248656"/>
            <a:ext cx="106189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排壞了？操作列的「全部重排」一鍵回到自動排版。或 Ctrl+Z 一步步復原（快照上限 50 步，換紀錄時清空）。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 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列印成 PDF：三個設定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56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4672" y="2258568"/>
            <a:ext cx="3182112" cy="475488"/>
          </a:xfrm>
          <a:prstGeom prst="roundRect">
            <a:avLst>
              <a:gd name="adj" fmla="val 961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304288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目的地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96112" y="244144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另存為 PDF 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2825496"/>
            <a:ext cx="3182112" cy="475488"/>
          </a:xfrm>
          <a:prstGeom prst="roundRect">
            <a:avLst>
              <a:gd name="adj" fmla="val 961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871216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" y="300837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▾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" y="3392424"/>
            <a:ext cx="3182112" cy="475488"/>
          </a:xfrm>
          <a:prstGeom prst="roundRect">
            <a:avLst>
              <a:gd name="adj" fmla="val 9615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39242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背景圖形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52928" y="339242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勾選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72968" y="3977640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397764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81728" y="1801368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57216" y="1755648"/>
            <a:ext cx="6467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目的地選「另存為 PDF」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57216" y="2029968"/>
            <a:ext cx="64675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報告預覽右上角按「列印 / 存成 PDF」，瀏覽器的列印對話框就會打開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81728" y="2715768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57216" y="2670048"/>
            <a:ext cx="6467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邊界設「無」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57216" y="2944368"/>
            <a:ext cx="64675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不設「無」的話整張圖會再縮一圈，紙張尺寸就不準了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81728" y="3630168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57216" y="3584448"/>
            <a:ext cx="6467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勾選「背景圖形」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57216" y="3858768"/>
            <a:ext cx="64675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不勾的話部分線條與底色會消失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4892040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4974336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印出來只有圖紙本身 —— 操作列、把手、對齊線、空頁提示都不會出現。多張圖面自動成為 PDF 的多頁。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文字與線條都是向量：檔案小、線條銳利、PDF 裡的文字還能搜尋。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 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存檔與備份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23180" cy="1783080"/>
          </a:xfrm>
          <a:prstGeom prst="roundRect">
            <a:avLst>
              <a:gd name="adj" fmla="val 4103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28800"/>
            <a:ext cx="4847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自動存檔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48476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每個改動即時存進瀏覽器，右上角顯示「已儲存」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關掉分頁、重開機都還在，不必按存檔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1588" y="1645920"/>
            <a:ext cx="5323180" cy="1783080"/>
          </a:xfrm>
          <a:prstGeom prst="roundRect">
            <a:avLst>
              <a:gd name="adj" fmla="val 4103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9332" y="1828800"/>
            <a:ext cx="4847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匯出紀錄檔（.sitelog）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9332" y="2212848"/>
            <a:ext cx="48476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一個檔案＝整份紀錄：各張平面圖、照片、位置、標註、說明、圖框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任何電腦用「開啟紀錄檔」讀回來就完整還原，一律新增一份不覆蓋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主介面每張卡片上也有「匯出」，不用進編輯畫面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703320"/>
            <a:ext cx="11057839" cy="1417320"/>
          </a:xfrm>
          <a:prstGeom prst="roundRect">
            <a:avLst>
              <a:gd name="adj" fmla="val 5161"/>
            </a:avLst>
          </a:prstGeom>
          <a:solidFill>
            <a:srgbClr val="272B33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858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　唯一要記住的風險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4224528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資料存在「這台電腦的這個瀏覽器」裡 —— 換電腦、重灌系統、清除瀏覽器資料，紀錄就沒了。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紀律：重要紀錄做完就按「匯出紀錄檔」，.sitelog 檔存到公司伺服器或雲端硬碟。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5349240"/>
            <a:ext cx="11057839" cy="502920"/>
          </a:xfrm>
          <a:prstGeom prst="roundRect">
            <a:avLst>
              <a:gd name="adj" fmla="val 14545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5431536"/>
            <a:ext cx="1061892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兩台電腦接力：A 電腦「匯出紀錄檔」→ 檔案帶到 B 電腦「開啟紀錄檔」。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 除 疑 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常見問題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7839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854323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6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狀況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E6E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報告上照片是空的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那張照片還沒標位置 —— 報告列會提示「N 張照片未標位置」；照片仍會排入，只是沒有引線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引線亂了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切回「自動」版面重排；或在自由排版按「全部重排」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自由排版拖壞了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Ctrl+Z 一步步復原、Ctrl+Y 重做；或「全部重排」整個回到自動排版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位置點消失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多半是平面圖裁切把它切掉了 —— 進裁切按「全圖」還原就回來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PDF 缺線條或整張縮小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列印對話框：邊界設「無」＋勾選「背景圖形」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比例選項是灰的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這張平面圖還沒設比例尺 —— 中欄「比例尺」設定後才能選 1:50–1:500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照片畫質夠嗎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0A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存放時縮到長邊 2000px（A1 上約 390 dpi），遠超印刷需要的 300 dpi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2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394960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5486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還是卡住？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23744" y="5477256"/>
            <a:ext cx="886327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首頁右上角的「使用說明」按鈕會開啟完整圖文說明（docs/使用說明.html），裡面每一節都有插圖，自由排版那節還有可以直接試玩的練習區。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 作 練 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99605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動手做：挑一題，讓 AI 幫你加功能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893247" y="6272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三題任選一題，有時間就往下做。把「複製這句」整段貼給 AI，跑完自己驗收。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3503066" cy="3108960"/>
          </a:xfrm>
          <a:prstGeom prst="roundRect">
            <a:avLst>
              <a:gd name="adj" fmla="val 2353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920240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43584" y="1892808"/>
            <a:ext cx="1857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常用詞快選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0730" y="18928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 分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04672" y="2322576"/>
            <a:ext cx="30275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TW" alt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工地說明來去就那幾句。做一排按鈕，點一下就填進去。</a:t>
            </a:r>
            <a:endParaRPr lang="zh-TW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2779776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複製這句貼給 AI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" y="3035808"/>
            <a:ext cx="3027578" cy="969264"/>
          </a:xfrm>
          <a:prstGeom prst="roundRect">
            <a:avLst>
              <a:gd name="adj" fmla="val 7547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127248"/>
            <a:ext cx="27715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zh-TW" altLang="en-US" sz="115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「在說明文字那一欄上面，幫我加幾個常用詞的按鈕：磁磚空鼓、滲水痕跡、鋼筋外露、粉刷不平、已完成修補。點一下就把那個詞加到說明文字裡。」</a:t>
            </a:r>
            <a:endParaRPr lang="zh-TW" sz="1150" dirty="0"/>
          </a:p>
        </p:txBody>
      </p:sp>
      <p:sp>
        <p:nvSpPr>
          <p:cNvPr id="15" name="Text 13"/>
          <p:cNvSpPr/>
          <p:nvPr/>
        </p:nvSpPr>
        <p:spPr>
          <a:xfrm>
            <a:off x="804672" y="4169664"/>
            <a:ext cx="30275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" y="4389120"/>
            <a:ext cx="3027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TW" altLang="en-US" sz="10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選一張照片，連按兩個詞 → 兩段字都加進去了，重新整理網頁還在。</a:t>
            </a:r>
            <a:endParaRPr lang="zh-TW" sz="1050" dirty="0"/>
          </a:p>
        </p:txBody>
      </p:sp>
      <p:sp>
        <p:nvSpPr>
          <p:cNvPr id="17" name="Shape 15"/>
          <p:cNvSpPr/>
          <p:nvPr/>
        </p:nvSpPr>
        <p:spPr>
          <a:xfrm>
            <a:off x="4344314" y="1719072"/>
            <a:ext cx="3503066" cy="3108960"/>
          </a:xfrm>
          <a:prstGeom prst="roundRect">
            <a:avLst>
              <a:gd name="adj" fmla="val 2353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82058" y="1920240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205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0970" y="1892808"/>
            <a:ext cx="1857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只看未定位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78117" y="18928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82058" y="2322576"/>
            <a:ext cx="30275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TW" alt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照片一多就找不到還沒標位置的那幾張。加個篩選開關。</a:t>
            </a:r>
            <a:endParaRPr lang="zh-TW" sz="1150" dirty="0"/>
          </a:p>
        </p:txBody>
      </p:sp>
      <p:sp>
        <p:nvSpPr>
          <p:cNvPr id="23" name="Text 21"/>
          <p:cNvSpPr/>
          <p:nvPr/>
        </p:nvSpPr>
        <p:spPr>
          <a:xfrm>
            <a:off x="4582058" y="2779776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複製這句貼給 AI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82058" y="3035808"/>
            <a:ext cx="3027578" cy="969264"/>
          </a:xfrm>
          <a:prstGeom prst="roundRect">
            <a:avLst>
              <a:gd name="adj" fmla="val 7547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0074" y="3127248"/>
            <a:ext cx="27715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zh-TW" altLang="en-US" sz="115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「左邊照片清單上面，幫我加一個「只看還沒定位的照片」的開關。打開就只顯示還沒在平面圖上點過位置的照片，關掉就全部顯示。」</a:t>
            </a:r>
            <a:endParaRPr lang="zh-TW" sz="1150" dirty="0"/>
          </a:p>
        </p:txBody>
      </p:sp>
      <p:sp>
        <p:nvSpPr>
          <p:cNvPr id="26" name="Text 24"/>
          <p:cNvSpPr/>
          <p:nvPr/>
        </p:nvSpPr>
        <p:spPr>
          <a:xfrm>
            <a:off x="4582058" y="4169664"/>
            <a:ext cx="30275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82058" y="4389120"/>
            <a:ext cx="3027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TW" altLang="en-US" sz="10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 5 張、其中 2 張標好位置 → 開關切一下，清單在 3 張和 5 張之間變。</a:t>
            </a:r>
            <a:endParaRPr lang="zh-TW" sz="1050" dirty="0"/>
          </a:p>
        </p:txBody>
      </p:sp>
      <p:sp>
        <p:nvSpPr>
          <p:cNvPr id="28" name="Shape 26"/>
          <p:cNvSpPr/>
          <p:nvPr/>
        </p:nvSpPr>
        <p:spPr>
          <a:xfrm>
            <a:off x="8121701" y="1719072"/>
            <a:ext cx="3503066" cy="3108960"/>
          </a:xfrm>
          <a:prstGeom prst="roundRect">
            <a:avLst>
              <a:gd name="adj" fmla="val 2353"/>
            </a:avLst>
          </a:prstGeom>
          <a:solidFill>
            <a:srgbClr val="1F2229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59445" y="1920240"/>
            <a:ext cx="310896" cy="310896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59445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98357" y="1892808"/>
            <a:ext cx="1857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匯出照片清單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655503" y="18928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25 分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59445" y="2322576"/>
            <a:ext cx="30275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TW" alt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缺失追蹤表、估價單都要這張清單。讓程式直接吐出來。</a:t>
            </a:r>
            <a:endParaRPr lang="zh-TW" sz="1150" dirty="0"/>
          </a:p>
        </p:txBody>
      </p:sp>
      <p:sp>
        <p:nvSpPr>
          <p:cNvPr id="34" name="Text 32"/>
          <p:cNvSpPr/>
          <p:nvPr/>
        </p:nvSpPr>
        <p:spPr>
          <a:xfrm>
            <a:off x="8359445" y="2779776"/>
            <a:ext cx="3027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複製這句貼給 AI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59445" y="3035808"/>
            <a:ext cx="3027578" cy="969264"/>
          </a:xfrm>
          <a:prstGeom prst="roundRect">
            <a:avLst>
              <a:gd name="adj" fmla="val 7547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7461" y="3127248"/>
            <a:ext cx="27715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zh-TW" altLang="en-US" sz="115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「幫我加一個「匯出清單」按鈕，把這份紀錄的照片做成一張表：照片編號、說明文字、在哪一張平面圖、有沒有定位。按了就下載，Excel 要打得開。」</a:t>
            </a:r>
            <a:endParaRPr lang="zh-TW" sz="1150" dirty="0"/>
          </a:p>
        </p:txBody>
      </p:sp>
      <p:sp>
        <p:nvSpPr>
          <p:cNvPr id="37" name="Text 35"/>
          <p:cNvSpPr/>
          <p:nvPr/>
        </p:nvSpPr>
        <p:spPr>
          <a:xfrm>
            <a:off x="8359445" y="4169664"/>
            <a:ext cx="30275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359445" y="4389120"/>
            <a:ext cx="3027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TW" altLang="en-US" sz="1050" dirty="0">
                <a:solidFill>
                  <a:srgbClr val="6E75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下載的檔案用 Excel 打開 → 每一欄都對得整齊，說明文字沒有跑掉。</a:t>
            </a:r>
            <a:endParaRPr lang="zh-TW" sz="1050" dirty="0"/>
          </a:p>
        </p:txBody>
      </p:sp>
      <p:sp>
        <p:nvSpPr>
          <p:cNvPr id="39" name="Shape 37"/>
          <p:cNvSpPr/>
          <p:nvPr/>
        </p:nvSpPr>
        <p:spPr>
          <a:xfrm>
            <a:off x="566928" y="5285232"/>
            <a:ext cx="11057839" cy="676656"/>
          </a:xfrm>
          <a:prstGeom prst="roundRect">
            <a:avLst>
              <a:gd name="adj" fmla="val 10811"/>
            </a:avLst>
          </a:prstGeom>
          <a:solidFill>
            <a:srgbClr val="272B33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" y="5376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怎麼跟 AI 講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523744" y="5367528"/>
            <a:ext cx="88632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0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先請它「介紹一下這個專案」　·　一次只講一件事，做好了再講下一件　·　跑不出來就把錯誤訊息整段貼回去給它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圖說紀錄產生器 · 操作教學</dc:title>
  <dc:subject>PptxGenJS Presentation</dc:subject>
  <dc:creator>圖說紀錄產生器</dc:creator>
  <cp:lastModifiedBy>圖說紀錄產生器</cp:lastModifiedBy>
  <cp:revision>1</cp:revision>
  <dcterms:created xsi:type="dcterms:W3CDTF">2026-08-05T06:20:45Z</dcterms:created>
  <dcterms:modified xsi:type="dcterms:W3CDTF">2026-08-05T06:20:45Z</dcterms:modified>
</cp:coreProperties>
</file>